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2100000"/>
            <a:ext cx="120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0000" y="1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AI AGENT PORTFOLIO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2350000"/>
            <a:ext cx="106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Insurance Claims Triage &amp; Risk Scoring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000" y="4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Regulated-AI: trained fraud scoring with a mandatory human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000" y="5350000"/>
            <a:ext cx="10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Fauzan Ejaz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GitHub: fauzan111/Insurance-Claims-Triage-Risk-Scoring-Agent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multi-step agent that triages insurance claims.</a:t>
            </a:r>
            <a:r>
              <a:rPr sz="1500" b="0">
                <a:solidFill>
                  <a:srgbClr val="64748B"/>
                </a:solidFill>
                <a:latin typeface="Calibri"/>
              </a:rPr>
              <a:t>  Verify, score risk, recommend.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Verifies the claim against policy terms.</a:t>
            </a:r>
            <a:r>
              <a:rPr sz="1500" b="0">
                <a:solidFill>
                  <a:srgbClr val="64748B"/>
                </a:solidFill>
                <a:latin typeface="Calibri"/>
              </a:rPr>
              <a:t>  Deterministic rule engine.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Scores fraud risk with a trained model.</a:t>
            </a:r>
            <a:r>
              <a:rPr sz="1500" b="0">
                <a:solidFill>
                  <a:srgbClr val="64748B"/>
                </a:solidFill>
                <a:latin typeface="Calibri"/>
              </a:rPr>
              <a:t>  Evidence-based, not LLM guesswork.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Drafts a settlement recommendation.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With explicit reasoning.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Requires a human decision before any action.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Nothing is ever auto-executed.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problem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Insurers must triage claims fast and consistently.</a:t>
            </a:r>
            <a:r>
              <a:rPr sz="1500" b="0">
                <a:solidFill>
                  <a:srgbClr val="64748B"/>
                </a:solidFill>
                <a:latin typeface="Calibri"/>
              </a:rPr>
              <a:t>  Volume is high, stakes are financial.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Regulation requires human oversight.</a:t>
            </a:r>
            <a:r>
              <a:rPr sz="1500" b="0">
                <a:solidFill>
                  <a:srgbClr val="64748B"/>
                </a:solidFill>
                <a:latin typeface="Calibri"/>
              </a:rPr>
              <a:t>  Italian insurance rules mandate review checkpoints.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This proves regulated AI, not just AI.</a:t>
            </a:r>
            <a:r>
              <a:rPr sz="1500" b="0">
                <a:solidFill>
                  <a:srgbClr val="64748B"/>
                </a:solidFill>
                <a:latin typeface="Calibri"/>
              </a:rPr>
              <a:t>  A meaningfully higher-value, rarer skill.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Auditors demand explainability.</a:t>
            </a:r>
            <a:r>
              <a:rPr sz="1500" b="0">
                <a:solidFill>
                  <a:srgbClr val="64748B"/>
                </a:solidFill>
                <a:latin typeface="Calibri"/>
              </a:rPr>
              <a:t>  Every decision must be reconstructable.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Italian insurers are deploying exactly this pattern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Claim submitted (form or parsed document).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Policy verification: deterministic rule engine.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Fraud scoring: a trained classifier on real features.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Settlement recommendation with explicit reasoning.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Mandatory human review gate, then a full audit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non-bypassable human gate (the star)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claim can only settle via a recorded human approval.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Exactly one function can execute a settlement.</a:t>
            </a:r>
            <a:r>
              <a:rPr sz="1500" b="0">
                <a:solidFill>
                  <a:srgbClr val="64748B"/>
                </a:solidFill>
                <a:latin typeface="Calibri"/>
              </a:rPr>
              <a:t>  It is private and self-guarding.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It refuses to run without a matching approval.</a:t>
            </a:r>
            <a:r>
              <a:rPr sz="1500" b="0">
                <a:solidFill>
                  <a:srgbClr val="64748B"/>
                </a:solidFill>
                <a:latin typeface="Calibri"/>
              </a:rPr>
              <a:t>  For that same claim and tenant.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No pipeline, route, or default can bypass it.</a:t>
            </a:r>
            <a:r>
              <a:rPr sz="1500" b="0">
                <a:solidFill>
                  <a:srgbClr val="64748B"/>
                </a:solidFill>
                <a:latin typeface="Calibri"/>
              </a:rPr>
              <a:t>  Proven by tests that attack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This is what proves you understand regulated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Evidence-based fraud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real trained classifier (logistic regression).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 the LLM's opinion.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Features an actuary recognises.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Claim-to-limit ratio, policy recency, prior claims, docs, delay.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Reproducible and testable.</a:t>
            </a:r>
            <a:r>
              <a:rPr sz="1500" b="0">
                <a:solidFill>
                  <a:srgbClr val="64748B"/>
                </a:solidFill>
                <a:latin typeface="Calibri"/>
              </a:rPr>
              <a:t>  A risky claim reliably scores above a clean one.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Explains the top factors behind each score.</a:t>
            </a:r>
            <a:r>
              <a:rPr sz="1500" b="0">
                <a:solidFill>
                  <a:srgbClr val="64748B"/>
                </a:solidFill>
                <a:latin typeface="Calibri"/>
              </a:rPr>
              <a:t>  For the human reviewer and auditor.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Audit trail = EU AI Act explainability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Every step writes an immutable reasoning record.</a:t>
            </a:r>
            <a:r>
              <a:rPr sz="1500" b="0">
                <a:solidFill>
                  <a:srgbClr val="64748B"/>
                </a:solidFill>
                <a:latin typeface="Calibri"/>
              </a:rPr>
              <a:t>  Policy, fraud, recommendation, human, settlement.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 full chain is reconstructable per claim.</a:t>
            </a:r>
            <a:r>
              <a:rPr sz="1500" b="0">
                <a:solidFill>
                  <a:srgbClr val="64748B"/>
                </a:solidFill>
                <a:latin typeface="Calibri"/>
              </a:rPr>
              <a:t>  Who decided, what, and why.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Each step is attributed.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Code, trained model, LLM, or human.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README maps the EU AI Act risk category.</a:t>
            </a:r>
            <a:r>
              <a:rPr sz="1500" b="0">
                <a:solidFill>
                  <a:srgbClr val="64748B"/>
                </a:solidFill>
                <a:latin typeface="Calibri"/>
              </a:rPr>
              <a:t>  High-risk, with the controls built for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The explainability evidence a regulator would ask to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Engineering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Stack: FastAPI · LangGraph · scikit-learn · SQLAlchemy.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Docker + GitHub Actions CI/CD, Render blueprint ready.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Runs offline with no keys.</a:t>
            </a:r>
            <a:r>
              <a:rPr sz="1500" b="0">
                <a:solidFill>
                  <a:srgbClr val="64748B"/>
                </a:solidFill>
                <a:latin typeface="Calibri"/>
              </a:rPr>
              <a:t>  Trained model + template reasoning for instant demos.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25 automated tests, continuous integration green.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Independent review confirmed the gate is airtight.</a:t>
            </a:r>
            <a:r>
              <a:rPr sz="1500" b="0">
                <a:solidFill>
                  <a:srgbClr val="64748B"/>
                </a:solidFill>
                <a:latin typeface="Calibri"/>
              </a:rPr>
              <a:t>  Plus concurrency and token hardening.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this helps in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Proves regulated-AI deployment skill.</a:t>
            </a:r>
            <a:r>
              <a:rPr sz="1500" b="0">
                <a:solidFill>
                  <a:srgbClr val="64748B"/>
                </a:solidFill>
                <a:latin typeface="Calibri"/>
              </a:rPr>
              <a:t>  Rare, high-value, and hard to fake.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Shows human-oversight architecture done right.</a:t>
            </a:r>
            <a:r>
              <a:rPr sz="1500" b="0">
                <a:solidFill>
                  <a:srgbClr val="64748B"/>
                </a:solidFill>
                <a:latin typeface="Calibri"/>
              </a:rPr>
              <a:t>  Fail-closed, auditable, explainable.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Combines trained ML with deterministic control.</a:t>
            </a:r>
            <a:r>
              <a:rPr sz="1500" b="0">
                <a:solidFill>
                  <a:srgbClr val="64748B"/>
                </a:solidFill>
                <a:latin typeface="Calibri"/>
              </a:rPr>
              <a:t>  The mature production pattern.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E11D48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Maps directly to target roles.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AI Engineer · Fintech/Insurance · Applied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The portfolio's proof that I build AI for regulated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4 · Claims Triage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